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carrier loses ~26.5% of customers a year, about $1.67M in annual recurring revenue. This readout shows who leaves, why, and the ROI of doing something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Churners pay $74/mo vs $61 for those who stay — so this is expensive churn, which is exactly what makes a paid retention play pencil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Drivers are consistent and actionable: contract type dominates, followed by payment method, missing support/security add-ons, and fiber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than half of new customers leave within six months. The intervention window is onboarding, not renewal.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(AUC 0.85) concentrates two-thirds of churn into the top 30% of customers by risk — the basis for efficient targeting.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case: $60 offer to the top 30% risk, 30% save rate → $347K net, 2.7x ROI. Sensitivity stays positive down to a 15% save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moves, one number: ~$347K net/year. Validate with an A/B holdout before full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· CUSTOMER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Customer Churn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retention business case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churn =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$1.67M/year at risk</a:t>
            </a:r>
            <a:pPr indent="0" marL="0"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Here's how to win a third of it back.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0" y="2468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$1.67M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41248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expensive, and concentrated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6771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6009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churn each year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61688" y="20116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8848" y="226771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$1.67M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44568" y="346009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at risk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83296" y="20116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0456" y="226771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 vs $61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66176" y="346009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pay more than retained (monthly)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isn't a rate — it's revenue, and the customers leaving are the higher-value ones. That makes keeping them worth paying for.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churns — and it's predictable</a:t>
            </a:r>
            <a:endParaRPr lang="en-US" sz="3200" dirty="0"/>
          </a:p>
        </p:txBody>
      </p:sp>
      <p:pic>
        <p:nvPicPr>
          <p:cNvPr id="3" name="Image 0" descr="figures/churn_by_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4472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0" y="197510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2"/>
          <p:cNvSpPr/>
          <p:nvPr/>
        </p:nvSpPr>
        <p:spPr>
          <a:xfrm>
            <a:off x="7242048" y="1847088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is the #1 lever.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43% vs two-year 3%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949440" y="2724912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7242048" y="2596896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check: 45% churn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 payment method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34747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7242048" y="3346704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support: 42%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15% with it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0" y="422452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7242048" y="4096512"/>
            <a:ext cx="4462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optic: 42%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even after price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front-loaded in the first months</a:t>
            </a:r>
            <a:endParaRPr lang="en-US" sz="3200" dirty="0"/>
          </a:p>
        </p:txBody>
      </p:sp>
      <p:pic>
        <p:nvPicPr>
          <p:cNvPr id="3" name="Image 0" descr="figures/tenure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4472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201168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69480" y="226771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52.9%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0" y="29169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customers churn in their first 6 months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6576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can't start at renewal — it has to start at onboarding. The first six months are where the losses happen.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predict who's about to leave</a:t>
            </a:r>
            <a:endParaRPr lang="en-US" sz="3200" dirty="0"/>
          </a:p>
        </p:txBody>
      </p:sp>
      <p:pic>
        <p:nvPicPr>
          <p:cNvPr id="3" name="Image 0" descr="figures/risk_dec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4472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201168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69480" y="226771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0" y="3158338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AUC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418320" y="201168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55480" y="226771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601200" y="3158338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 in top 30% risk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0" y="39776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logistic-regression model scores every customer, so retention budget can be aimed at the few hundred people who actually matter — not sprayed across the base.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case: a targeted retention play</a:t>
            </a:r>
            <a:endParaRPr lang="en-US" sz="3200" dirty="0"/>
          </a:p>
        </p:txBody>
      </p:sp>
      <p:pic>
        <p:nvPicPr>
          <p:cNvPr id="3" name="Image 0" descr="figures/roi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35040" cy="34472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0" y="18836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242048" y="1755648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2,113 highest-risk customers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30%)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949440" y="263347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4"/>
          <p:cNvSpPr/>
          <p:nvPr/>
        </p:nvSpPr>
        <p:spPr>
          <a:xfrm>
            <a:off x="7242048" y="2505456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~501 of them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30% offer-acceptance rate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3383280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7242048" y="3255264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$347K net benefit / year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$127K campaign spend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0" y="413308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7242048" y="4005072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 ROI  </a:t>
            </a:r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positive at a 15% save rate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Aim, don't spray.  </a:t>
            </a:r>
            <a:pPr algn="l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retention against the top 30% risk — 67% of churn, ~2x budget efficiency.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331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contract type.  </a:t>
            </a:r>
            <a:pPr algn="l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high-risk month-to-month customers onto 1–2 year terms.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first six months.  </a:t>
            </a:r>
            <a:pPr algn="l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onboarding and bundle tech support / online security (both halve churn).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9776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e-check payers to autopay.  </a:t>
            </a:r>
            <a:pPr algn="l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highest-churn payment method.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0A1626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011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$347K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9828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/ year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98280" y="3383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2.7x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98280" y="4114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spend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212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save-rate assumption with a small A/B holdout before scaling.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2026-07-31T22:53:14Z</dcterms:created>
  <dcterms:modified xsi:type="dcterms:W3CDTF">2026-07-31T22:53:14Z</dcterms:modified>
</cp:coreProperties>
</file>